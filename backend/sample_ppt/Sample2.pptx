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AB65D8-B463-4B78-AE30-74234B2398D5}" v="1" dt="2026-06-03T12:08:55.802"/>
    <p1510:client id="{D52E6F5A-3952-4EA8-8E4C-F576C3DA5F93}" v="7" dt="2026-06-04T04:33:36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008D-FDED-C724-532F-E7D1A1B1D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87B38-8E04-DFCB-CF46-7FC5A4B9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2677-A155-C200-8F5E-21AAC870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20840-2386-6259-71CC-49286185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1F8E6-7BF2-BB0B-1974-D1BA1BF6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37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795E-2873-0F73-2359-D7ED0143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91AB-6509-EE66-022A-2F94FDDF8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61BD5-A2A0-9013-BA77-3EF72879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D7B02-58BD-BA4B-7953-A465D277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98497-0CE7-829C-1989-1EF5EFD5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2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47EE-32B1-B532-649F-16199EED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4B22D-B85C-CB8F-C078-CC739DE26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82070-8B86-6E6A-8DDD-5DFA9F3F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8ECF0-9A4A-8328-7E6E-794B3040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36A80-1F2C-7149-C01A-6FCBB3F8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75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F497-322F-BFFB-66F8-B4D00E48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8706-C925-3ABB-4BD9-C0D0B0E5B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BE10C-7501-886A-6841-D2C066530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8EFB2-F400-2988-025C-72D2E244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41269-17DF-A8AC-F4C9-D90254BA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1FCEE-565A-8EB9-ED1C-CE7CAF9B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3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DBB7-7D27-8F13-59D6-A93B74B2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D6024-D44A-D246-B673-041E9B77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2696-0FB0-0F9C-0A67-C2E20D1F5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9C739-8E7C-B329-F052-782773147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74739-C083-AB8E-5E1F-333966D32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9258F-EDD7-BED8-FEFA-CAEB6993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5D79B-A59E-E47C-9451-A918AA64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9DE3E-DF2A-EA89-8F39-1AE073BC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6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F1C9-E85D-C33E-57D7-F8DF45E9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E8559-45BD-B481-ABC8-21C2104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659404-BF35-1408-FD7E-DC4A1306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8AC54-59DA-524F-9C45-6D9EE6C5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82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D5D58-6397-702E-2F2D-5AB6389B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CF8CDE-965D-5959-7844-6242B33E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28B2-C9DF-AE29-203C-895BE7F5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87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A27C-3063-453A-43B3-FB5DCCFD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AE452-1518-267A-32FA-41699CEA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E45B6-8A5B-F738-9EF4-DE1B042B9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EABA5-9A1E-532A-FE1F-F47C6B41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1AFAB-28CC-ED0B-AAAB-8EAB8BE2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D51A8-7431-AFC7-75C0-0237B57B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95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EE89-BC5F-6884-D251-1A673C06E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12B89-5073-C36E-05E0-164BB2F84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E5D62-F37E-A57A-F048-BFB5A1279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1CC95-A758-8A02-C172-15F66368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1CA8A-370A-8CC5-48BE-C0E8B5D2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9BAA2-BEB0-27E0-2592-AE6427C2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02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4AE9-8722-54F4-B19D-1DC782BC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E6C61-D421-EC91-2B1A-58FC3441B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12EC-0958-239D-21AB-3B9C5E7B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79B21-2F23-4524-65B1-1B1A94E8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E539-CB48-28BA-CC0C-8EA51C93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28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A421A-207C-61A8-4357-FF3340DDF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2A877-8FF7-EB15-CDC5-D327E4238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B6447-77BA-8BD6-0D01-CF6CE38D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3275C-119D-745A-3DF5-BC9ED9A3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7A65-37B9-5BDA-BF1F-5C489A6E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83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3920E-CFE0-329C-4AB2-6AB03FE2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1" y="0"/>
            <a:ext cx="10515600" cy="945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DCFEE-7E09-BE97-B685-0DD9059CB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B35D-F81B-8F92-7264-6DE9A918B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2A8C8-2B34-4C99-A8CA-320AD586440C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53ABD-3FF8-DFF8-9B42-CB8149692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71D9-39A5-E5D4-7A41-89D250A49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0F9A69CF-D823-52FA-D828-444476E653F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330" y="263740"/>
            <a:ext cx="1527313" cy="20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8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626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Balaji Senthiappan</dc:creator>
  <cp:lastModifiedBy>Balaji Senthiappan</cp:lastModifiedBy>
  <cp:revision>16</cp:revision>
  <dcterms:created xsi:type="dcterms:W3CDTF">2024-07-22T08:52:33Z</dcterms:created>
  <dcterms:modified xsi:type="dcterms:W3CDTF">2026-06-04T04:33:45Z</dcterms:modified>
</cp:coreProperties>
</file>