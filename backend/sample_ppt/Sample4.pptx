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B52707-9595-49D1-8ED1-4446C9AD4A56}" v="18" dt="2026-06-04T04:52:54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A4796-16DE-45CB-8401-80E776A44D3E}" type="datetimeFigureOut"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A4B44-308A-445F-B0FB-08EC29B57E2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06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Light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4945255-4D54-BD6F-F948-3B2AF5A407A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1"/>
          <a:lstStyle>
            <a:lvl1pPr marL="0" indent="0" algn="ctr">
              <a:buNone/>
              <a:defRPr/>
            </a:lvl1pPr>
          </a:lstStyle>
          <a:p>
            <a:r>
              <a:rPr lang="en-US"/>
              <a:t>Replace with brand-approved image </a:t>
            </a:r>
            <a:br>
              <a:rPr lang="en-US"/>
            </a:br>
            <a:r>
              <a:rPr lang="en-US"/>
              <a:t>of your choice from </a:t>
            </a:r>
            <a:r>
              <a:rPr lang="en-US" err="1"/>
              <a:t>SalesCentral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C519BD3-2A15-83F6-8541-93001D69D1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731098"/>
            <a:ext cx="1554480" cy="208656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0E6E8BE-2736-1222-838E-6E63376063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3108960"/>
            <a:ext cx="5105400" cy="623248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en-US" sz="45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671168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232">
          <p15:clr>
            <a:srgbClr val="FBAE40"/>
          </p15:clr>
        </p15:guide>
        <p15:guide id="5" orient="horz" pos="57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2">
            <a:extLst>
              <a:ext uri="{FF2B5EF4-FFF2-40B4-BE49-F238E27FC236}">
                <a16:creationId xmlns:a16="http://schemas.microsoft.com/office/drawing/2014/main" id="{C7241648-4C0F-2BB4-442C-4C9A265870D1}"/>
              </a:ext>
            </a:extLst>
          </p:cNvPr>
          <p:cNvPicPr>
            <a:picLocks noChangeAspect="1"/>
          </p:cNvPicPr>
          <p:nvPr/>
        </p:nvPicPr>
        <p:blipFill>
          <a:blip>
            <a:lum bright="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4570" y="315462"/>
            <a:ext cx="1554480" cy="20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</cp:revision>
  <dcterms:created xsi:type="dcterms:W3CDTF">2026-06-04T04:49:22Z</dcterms:created>
  <dcterms:modified xsi:type="dcterms:W3CDTF">2026-06-04T04:56:10Z</dcterms:modified>
</cp:coreProperties>
</file>