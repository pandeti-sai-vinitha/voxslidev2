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777BCE-FA08-4FF6-8AD5-DF17EB1ADD83}" v="23" dt="2026-05-15T09:52:06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372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528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1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93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9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281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9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84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45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757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438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5256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letters on a black background&#10;&#10;AI-generated content may be incorrect.">
            <a:extLst>
              <a:ext uri="{FF2B5EF4-FFF2-40B4-BE49-F238E27FC236}">
                <a16:creationId xmlns:a16="http://schemas.microsoft.com/office/drawing/2014/main" id="{5AB12BB4-764F-1C4E-8367-F10FE7244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612" y="313335"/>
            <a:ext cx="1380384" cy="21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7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Balaji Senthiappan</dc:creator>
  <cp:lastModifiedBy>Balaji Senthiappan</cp:lastModifiedBy>
  <cp:revision>22</cp:revision>
  <dcterms:created xsi:type="dcterms:W3CDTF">2024-07-22T08:52:33Z</dcterms:created>
  <dcterms:modified xsi:type="dcterms:W3CDTF">2026-05-15T09:52:20Z</dcterms:modified>
</cp:coreProperties>
</file>