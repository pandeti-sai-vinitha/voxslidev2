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AD5913E-234E-4848-8D2A-371AC7723C2F}" v="25" dt="2026-06-04T04:57:33.5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62978-2405-4DEE-B9CC-99945E58D0C1}" type="datetimeFigureOut"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510B90-ACCA-4D00-A518-2A5010891D8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3686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- Light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4945255-4D54-BD6F-F948-3B2AF5A407AD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="ctr" anchorCtr="1"/>
          <a:lstStyle>
            <a:lvl1pPr marL="0" indent="0" algn="ctr">
              <a:buNone/>
              <a:defRPr/>
            </a:lvl1pPr>
          </a:lstStyle>
          <a:p>
            <a:r>
              <a:rPr lang="en-US"/>
              <a:t>Replace with brand-approved image </a:t>
            </a:r>
            <a:br>
              <a:rPr lang="en-US"/>
            </a:br>
            <a:r>
              <a:rPr lang="en-US"/>
              <a:t>of your choice from </a:t>
            </a:r>
            <a:r>
              <a:rPr lang="en-US" err="1"/>
              <a:t>SalesCentral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0C519BD3-2A15-83F6-8541-93001D69D1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731098"/>
            <a:ext cx="1554480" cy="208656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D0E6E8BE-2736-1222-838E-6E6337606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2960" y="3108960"/>
            <a:ext cx="5105400" cy="623248"/>
          </a:xfrm>
          <a:prstGeom prst="rect">
            <a:avLst/>
          </a:prstGeom>
        </p:spPr>
        <p:txBody>
          <a:bodyPr wrap="square" lIns="0" tIns="0" rIns="0" bIns="0" anchor="ctr" anchorCtr="0">
            <a:spAutoFit/>
          </a:bodyPr>
          <a:lstStyle>
            <a:lvl1pPr>
              <a:defRPr lang="en-US" sz="450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</p:spTree>
    <p:extLst>
      <p:ext uri="{BB962C8B-B14F-4D97-AF65-F5344CB8AC3E}">
        <p14:creationId xmlns:p14="http://schemas.microsoft.com/office/powerpoint/2010/main" val="2418324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20">
          <p15:clr>
            <a:srgbClr val="FBAE40"/>
          </p15:clr>
        </p15:guide>
        <p15:guide id="2" pos="393">
          <p15:clr>
            <a:srgbClr val="FBAE40"/>
          </p15:clr>
        </p15:guide>
        <p15:guide id="3" pos="7287">
          <p15:clr>
            <a:srgbClr val="FBAE40"/>
          </p15:clr>
        </p15:guide>
        <p15:guide id="4" orient="horz" pos="232">
          <p15:clr>
            <a:srgbClr val="FBAE40"/>
          </p15:clr>
        </p15:guide>
        <p15:guide id="5" orient="horz" pos="57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7190D9-EAC7-0D34-55C8-4D09F4954C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94570" y="345150"/>
            <a:ext cx="1554480" cy="208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21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21</cp:revision>
  <dcterms:created xsi:type="dcterms:W3CDTF">2026-06-04T04:51:19Z</dcterms:created>
  <dcterms:modified xsi:type="dcterms:W3CDTF">2026-06-04T04:57:36Z</dcterms:modified>
</cp:coreProperties>
</file>